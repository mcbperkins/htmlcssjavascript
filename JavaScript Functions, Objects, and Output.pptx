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757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50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62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6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77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856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18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43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13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48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713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5261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86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3191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22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737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47C3F2F-64EA-4D6B-8403-7F470FA200D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3EAA5F3-FD1E-403E-8D30-2C2F85EEC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101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DFDAF-EB8B-4F67-99EA-52B0757771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JavaScript Functions, Objects, and Output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E79F0-AD80-4BF2-B3CC-0CA6D2648B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SEWD</a:t>
            </a:r>
            <a:br>
              <a:rPr lang="en-US" dirty="0"/>
            </a:br>
            <a:r>
              <a:rPr lang="en-US" dirty="0"/>
              <a:t>Bradley Perkins</a:t>
            </a:r>
          </a:p>
        </p:txBody>
      </p:sp>
    </p:spTree>
    <p:extLst>
      <p:ext uri="{BB962C8B-B14F-4D97-AF65-F5344CB8AC3E}">
        <p14:creationId xmlns:p14="http://schemas.microsoft.com/office/powerpoint/2010/main" val="1922029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A2EF-9BDC-4CB0-9B74-01961EDC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0"/>
            <a:ext cx="8534400" cy="1507067"/>
          </a:xfrm>
        </p:spPr>
        <p:txBody>
          <a:bodyPr/>
          <a:lstStyle/>
          <a:p>
            <a:r>
              <a:rPr lang="en-US" dirty="0"/>
              <a:t>Definition / Purpose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36CBDE-699A-4EA7-A9E9-902E892FC8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3054096" y="1507067"/>
            <a:ext cx="1071981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657600" lvl="8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Functions : A JavaScript function is a reusable block of code designed to preform a particular task, often accepting input values and returning an output value.</a:t>
            </a:r>
          </a:p>
          <a:p>
            <a:pPr marL="3657600" lvl="8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657600" lvl="8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Objects : A JavaScript object is a standalone entity that holds related data and functionality typically consisting of various unordered properties and methods</a:t>
            </a:r>
          </a:p>
          <a:p>
            <a:pPr marL="3657600" lvl="8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657600" lvl="8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Output : In JavaScript, output refers to the way a program displays data to the user or console, commonly achieved using methods like console.log() for debugging the document object model to update a web page.</a:t>
            </a:r>
          </a:p>
        </p:txBody>
      </p:sp>
    </p:spTree>
    <p:extLst>
      <p:ext uri="{BB962C8B-B14F-4D97-AF65-F5344CB8AC3E}">
        <p14:creationId xmlns:p14="http://schemas.microsoft.com/office/powerpoint/2010/main" val="254249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6666-2328-4D45-BEED-55304881E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Key Terms &amp;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29770-A8E8-438F-B22C-0DB27D470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: Declaration/Definition, Invocation/Call, Parameters, Arguments, scope</a:t>
            </a:r>
          </a:p>
          <a:p>
            <a:endParaRPr lang="en-US" dirty="0"/>
          </a:p>
          <a:p>
            <a:r>
              <a:rPr lang="en-US" dirty="0"/>
              <a:t>Objects : Property, Method, Dot Notation, Bracket, Notation, Constructor</a:t>
            </a:r>
          </a:p>
          <a:p>
            <a:endParaRPr lang="en-US" dirty="0"/>
          </a:p>
          <a:p>
            <a:r>
              <a:rPr lang="en-US" dirty="0"/>
              <a:t>Output  : Console.log(), DOM Manipulation, alert(), </a:t>
            </a:r>
            <a:r>
              <a:rPr lang="en-US" dirty="0" err="1"/>
              <a:t>document.write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34709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825A-C3A4-4823-8B3D-3A6BB2E9D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example/ code 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F973F-D3DD-4A86-A8EE-9EC92F167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361"/>
            <a:ext cx="8534400" cy="3615267"/>
          </a:xfrm>
        </p:spPr>
        <p:txBody>
          <a:bodyPr/>
          <a:lstStyle/>
          <a:p>
            <a:r>
              <a:rPr lang="en-US" dirty="0"/>
              <a:t>Objects :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Functions :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0A2B9-0771-4268-B130-D3A4E8D40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087" y="0"/>
            <a:ext cx="3968586" cy="20848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C2935-6B65-4B4C-AE10-72723CE182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087" y="2171209"/>
            <a:ext cx="4827729" cy="21587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32ABB5-ADD3-46B7-B921-0303A71A09A7}"/>
              </a:ext>
            </a:extLst>
          </p:cNvPr>
          <p:cNvSpPr txBox="1"/>
          <p:nvPr/>
        </p:nvSpPr>
        <p:spPr>
          <a:xfrm>
            <a:off x="6245352" y="714690"/>
            <a:ext cx="1277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Output :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60DB8D-BD34-4177-AA77-3887B90850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3266" y="157003"/>
            <a:ext cx="4523360" cy="245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99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A432C-E747-43D6-A3A9-D8FC55FB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Applied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FF2CDA-579F-42A7-A063-F2EF5D06C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043" y="695466"/>
            <a:ext cx="9825880" cy="3808481"/>
          </a:xfrm>
        </p:spPr>
      </p:pic>
    </p:spTree>
    <p:extLst>
      <p:ext uri="{BB962C8B-B14F-4D97-AF65-F5344CB8AC3E}">
        <p14:creationId xmlns:p14="http://schemas.microsoft.com/office/powerpoint/2010/main" val="1550543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322A-FFBA-42CC-88C4-2E70B897C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mistakes/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9E7A3-233B-4E3A-AEF7-5AF9A2A31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Mistake : Forgetting the return keyword in a function means the function returns undefined. Tips : Always use return when you need to send a value back to the code that called it.</a:t>
            </a:r>
          </a:p>
          <a:p>
            <a:r>
              <a:rPr lang="en-US" dirty="0"/>
              <a:t>Mistake : trying to access a property on an object this is null or undefined, which gives you an error. Tips : Use the optional chaining operator when accessing nested properties to prevent errors by returning undefined if any part of the path is null or undefined.</a:t>
            </a:r>
          </a:p>
          <a:p>
            <a:r>
              <a:rPr lang="en-US" dirty="0"/>
              <a:t>Mistake : Confusing console.log() with return, where developers expect the value printed to the console to be available to the rest of the program. Tips : Understand that console.log() is only for debugging output in the console, while return is the mechanism for a function to produce a usable result for other code.</a:t>
            </a:r>
          </a:p>
        </p:txBody>
      </p:sp>
    </p:spTree>
    <p:extLst>
      <p:ext uri="{BB962C8B-B14F-4D97-AF65-F5344CB8AC3E}">
        <p14:creationId xmlns:p14="http://schemas.microsoft.com/office/powerpoint/2010/main" val="1120170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469C-BF42-414E-91A2-6913BB259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977E7-41E7-4CA3-991F-7E218EDC1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are Reusable code blocks : They are the fundamental way to organize and reuse code by enclose a set of statements to preform a specific task.</a:t>
            </a:r>
          </a:p>
          <a:p>
            <a:r>
              <a:rPr lang="en-US" dirty="0"/>
              <a:t>Objects store collections of properties, Objects are JavaScript’s primary complex data type, used to store collections of key value pairs called properties.</a:t>
            </a:r>
          </a:p>
          <a:p>
            <a:r>
              <a:rPr lang="en-US" dirty="0"/>
              <a:t>Return vs. console.log() : Return defines the actual result of a function for program flow, while console.log is a utility primarily for debugging and displaying info in the console.</a:t>
            </a:r>
          </a:p>
        </p:txBody>
      </p:sp>
    </p:spTree>
    <p:extLst>
      <p:ext uri="{BB962C8B-B14F-4D97-AF65-F5344CB8AC3E}">
        <p14:creationId xmlns:p14="http://schemas.microsoft.com/office/powerpoint/2010/main" val="302706845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127</TotalTime>
  <Words>414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-apple-system</vt:lpstr>
      <vt:lpstr>Arial</vt:lpstr>
      <vt:lpstr>Century Gothic</vt:lpstr>
      <vt:lpstr>Wingdings 3</vt:lpstr>
      <vt:lpstr>Slice</vt:lpstr>
      <vt:lpstr>JavaScript Functions, Objects, and Output</vt:lpstr>
      <vt:lpstr>Definition / Purpose</vt:lpstr>
      <vt:lpstr>Key Terms &amp; Elements</vt:lpstr>
      <vt:lpstr>Visual example/ code snippet</vt:lpstr>
      <vt:lpstr>Applied example</vt:lpstr>
      <vt:lpstr>Common mistakes/ tips</vt:lpstr>
      <vt:lpstr>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Functions, Objects, and Output</dc:title>
  <dc:creator>Perkins, Bradley</dc:creator>
  <cp:lastModifiedBy>Perkins, Bradley</cp:lastModifiedBy>
  <cp:revision>9</cp:revision>
  <dcterms:created xsi:type="dcterms:W3CDTF">2025-11-06T13:28:43Z</dcterms:created>
  <dcterms:modified xsi:type="dcterms:W3CDTF">2025-11-13T13:07:46Z</dcterms:modified>
</cp:coreProperties>
</file>